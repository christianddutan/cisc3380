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2: Environment &amp; Tooling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working Linux environment, Git workflow, and your first real syscalls.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280160" cy="36576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 Thantsin  •  Fall 2026  •  Thursdays, 6:30–9:10 PM, Ingersoll 1141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 exists to manage resources, provide abstractions, and protect programs from each other.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 is trusted and touches hardware directly; user space must ask via system calls.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builds hands-on in Python, using real system calls from user space — not kernel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148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 make it real: a working Linux environment, version control, and your first program that talks to the kernel.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— Lecture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virtual machine, and how VirtualBox + Debian fit together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VirtualBox and creating your Debian VM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Debian: packages, directories, the shell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control, and Git's core concepts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workflow: working directory → staging → local repo → remote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Git commands, and common mistakes to avoid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module: Python's gateway to system calls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/proc and using strace to watch syscalls happen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and file descriptors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HW1, step by step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Development Environment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Virtualization, VirtualBox, and getting Debian running.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YOUR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Virtual Machine?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install Debian directly on your laptop — but a VM gives us something better for a classroom setting: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968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do inside the VM can damage your host laptop — mistakes stay contained.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471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074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46" y="25968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074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074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class runs the exact same environment, so "it works on my machine" stops being a problem.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4078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681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5968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681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Break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681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experiment fearlessly — crash it, misconfigure it, and just start over from a clean snapshot.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8685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288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259689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288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Linux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4288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simulator, this is genuinely Debian running its own kernel — real syscalls, real behavior.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YOUR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Virtualization, Briefly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hypervisor is software that lets one physical machine run multiple "virtual" machines, each believing it has its own hardware.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7066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1 (Bare-Metal)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the hardware, with no host OS underneath. Used in datacenters and cloud platforms for maximum performance.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we're using — no relevant course example here.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1B2430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2560320"/>
            <a:ext cx="548640" cy="54864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7066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3246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2 (Hosted) — This Is Us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3657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an application on top of your existing host OS (Windows/macOS/Linux). VirtualBox is a Type 2 hypervisor.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37960" y="48006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Your laptop runs macOS, and VirtualBox runs Debian inside a window on top of it.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YOUR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VirtualBox &amp; Creating Your VM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233172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24780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358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VirtualBox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47472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installer for your host OS from the official site — it's free.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3035808"/>
            <a:ext cx="201168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0632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61004" y="233172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247802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62072" y="30358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Debian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2880360" y="347472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Debian "netinst" ISO — a small installer image that downloads packages as needed.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035808"/>
            <a:ext cx="201168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92624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82996" y="233172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247802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84064" y="30358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New VM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102352" y="347472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VirtualBox, create a new VM: allocate 8GB+ RAM and 20GB+ disk if your laptop allows it.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3035808"/>
            <a:ext cx="201168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14616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904988" y="233172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292" y="2478024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06056" y="30358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 the ISO &amp; Boot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7324344" y="347472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VM's virtual drive at the Debian ISO, then start the VM to begin installation.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8008" y="3035808"/>
            <a:ext cx="201168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36608" y="210312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126980" y="233172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3284" y="2478024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28048" y="30358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Setup</a:t>
            </a:r>
            <a:endParaRPr lang="en-US" sz="1250" dirty="0"/>
          </a:p>
        </p:txBody>
      </p:sp>
      <p:sp>
        <p:nvSpPr>
          <p:cNvPr id="32" name="Text 21"/>
          <p:cNvSpPr/>
          <p:nvPr/>
        </p:nvSpPr>
        <p:spPr>
          <a:xfrm>
            <a:off x="9546336" y="347472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Debian installer prompts — partitioning, user account, and package selection.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(M-series) Macs: use VirtualBox 7+ with ARM support, or an alternative like UTM — see the instructor if this affects you.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YOUR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Debian: A Quick Tour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Package Manager: apt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962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Debian's tool for installing software.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4096512"/>
            <a:ext cx="296265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187952"/>
            <a:ext cx="2962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install python3 — installs Python 3 and its dependencies.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1396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26517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Directories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99432" y="3017520"/>
            <a:ext cx="2962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Linux layout you'll navigate all semester.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99432" y="4096512"/>
            <a:ext cx="296265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99432" y="4187952"/>
            <a:ext cx="2962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/home/you — your files. /etc — configs. /usr/bin — programs.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9419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13969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4192" y="26517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Shell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94192" y="3017520"/>
            <a:ext cx="2962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command-line interface to the OS — Debian defaults to bash.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394192" y="4096512"/>
            <a:ext cx="296265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94192" y="4187952"/>
            <a:ext cx="2962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shows where you are; ls lists files; cd moves around.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YOUR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Your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9280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3736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Debian VM boots and reaches a login prompt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8716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426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8716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can log in with the user account you created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3697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92424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236976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 a terminal and running pwd shows a valid path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98678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422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986784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3 debian.org succeeds (confirms network access)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73659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92040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736592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python3 --version prints a Python 3.x version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548640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418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80160" y="548640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 prints a Git version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Version Control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matters, how it works, and how to use it well.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GIT &amp;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Version Control?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working on HW3 for two weeks with no version control. You'd have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054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Manually save copies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shell_v2_FINAL_fixed.py, shell_v3_ACTUALLY_final.py — and hope you kept the right 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471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074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46" y="25054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074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losing everything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074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edit, one deleted file, one crashed laptop — and weeks of work are gone.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4078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681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50545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681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no history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681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what changed, when, or why — or to undo a change that broke everything.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86850" y="2103120"/>
            <a:ext cx="2526030" cy="292608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2882" y="23591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25054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2882" y="301752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Struggle to collaborate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42882" y="3383280"/>
            <a:ext cx="2013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final project, two people editing the same file means someone's work gets overwritten.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solves all four — automatically, and for free.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GIT &amp;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Core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2603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0139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folder Git is tracking — contains your files plus their entire history.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4710" y="1737360"/>
            <a:ext cx="252603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074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46" y="21396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074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0742" y="3017520"/>
            <a:ext cx="20139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of your project at a point in time, with a message describing the change.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1737360"/>
            <a:ext cx="252603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681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1396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681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6812" y="3017520"/>
            <a:ext cx="20139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line of development — lets you work on something without affecting the main code.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86850" y="1737360"/>
            <a:ext cx="252603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4288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213969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288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42882" y="3017520"/>
            <a:ext cx="20139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the repository hosted elsewhere (e.g., GitHub) — how you back up and share work.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GIT &amp;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Git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shell.py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964" y="2944368"/>
            <a:ext cx="201168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78708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88436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0148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shell.py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944368"/>
            <a:ext cx="201168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18504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Repository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00216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944368"/>
            <a:ext cx="201168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38844" y="2194560"/>
            <a:ext cx="25740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9148572" y="239572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Repository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30284" y="3017520"/>
            <a:ext cx="23911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homework follows this same loop: edit files, stage the ones you're ready to save, commit with a message, then push to back it up and submit.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GIT &amp;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Git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repository to your machine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8308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changed since your last commit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file's changes to be committed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88036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7180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3832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staged changes as a snapshot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052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commits to the remote repository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6052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merge changes from the remote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760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commit history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52578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3492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5760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lines changed, and where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GIT &amp;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Git for This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"Your Name"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"you@brooklyn.cuny.edu"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&lt;course-repo-url&gt;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'cisc3320-fall2026'...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cisc3320-fall2026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hw1/  hw2/  hw3/  README.md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GIT &amp;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Git Mistakes — and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to commit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for hours with nothing saved to history.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often, in small logical chunks — not one giant commit at the deadline.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9471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074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46" y="21396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074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commit messages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074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like "stuff" or "fix" tell future-you nothing.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5074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074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"Fix zombie process reaping in job control" instead.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4078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681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13969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681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Committing secrets or junk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9681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committing passwords, or build artifacts.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9681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9681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.gitignore file to exclude files that shouldn't be tracked.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8685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4288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21396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4288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to push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34288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only exists on your laptop — not backed up, not submitted.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34288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34288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after every commit you want saved remotely.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the Kernel from Python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module, /proc, strace, and the building blocks of HW1.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PYTHON &amp; THE KERNEL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 Module: Your Gateway to Syscalls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os module wraps system calls in friendlier functions. Every one of these ultimately crosses the kernel boundary from Lecture 1: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os.getpid()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process's own PID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os.getppid()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7720" y="2907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parent process's PID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os.environ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58200" y="2907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environment variables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422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os.listdir(path)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5994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entries in a directory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3977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1422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os.open(path, flags)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17720" y="45994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file, returns a descriptor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3977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41422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os.fork()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58200" y="45994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child process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PYTHON &amp; THE KERNEL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/proc — A Window Into the Kernel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file system exposing live kernel data as regular files. Nothing here is stored on disk — it's generated on read.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/proc/self/status | head -3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	python3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	R (running)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Pid:	48213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/proc/48213/fd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0  1  2  3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/proc/meminfo | head -2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MemTotal:       8123456 kB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MemFree:        3456789 kB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PYTHON &amp; THE KERNEL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strace — Watch the Syscalls Happen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every system call a program makes — the clearest way to see the user/kernel boundary from Lecture 1 in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-e open,read,write python3 hi.py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"hi.py", O_RDONLY) = 3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read(3, "print('hi')\n", 4096)      = 12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write(1, "hi\n", 3)                 = 3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+++ exited with 0 +++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-c python3 hi.py    # -c: summarize call counts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PYTHON &amp; THE KERNEL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 &amp; File Descriptors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11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the shell passes to every process it launches — configuration without hardcoding.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1B243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429000"/>
            <a:ext cx="4343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$HOME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import 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os.environ['HOME']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'/home/student'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1B24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011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Descriptors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integers the kernel hands back for every open file, socket, or pipe — 0, 1, 2 are always reserved.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37960" y="329184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273347"/>
          </a:solidFill>
          <a:ln/>
        </p:spPr>
      </p:sp>
      <p:sp>
        <p:nvSpPr>
          <p:cNvPr id="15" name="Text 11"/>
          <p:cNvSpPr/>
          <p:nvPr/>
        </p:nvSpPr>
        <p:spPr>
          <a:xfrm>
            <a:off x="67208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269480" y="32918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— standard input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37960" y="3950208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273347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3950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269480" y="39502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— standard output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537960" y="4608576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273347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4608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269480" y="4608576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 — standard error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HW1: Process Inspection Script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today's tools to work, end to end.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HW1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HW1 Requirements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Python script that inspects its own running process, using /proc and the os module.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2526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35478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6941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42062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 &amp; PPID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4572000"/>
            <a:ext cx="20139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its own process ID and parent process ID.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94710" y="3291840"/>
            <a:ext cx="2526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0742" y="35478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046" y="369417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0742" y="42062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650742" y="4572000"/>
            <a:ext cx="20139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its environment variables.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40780" y="3291840"/>
            <a:ext cx="2526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96812" y="35478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369417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6812" y="42062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File Descriptors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96812" y="4572000"/>
            <a:ext cx="20139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them via /proc/self/fd.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086850" y="3291840"/>
            <a:ext cx="2526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342882" y="35478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186" y="369417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42882" y="42062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os module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342882" y="4572000"/>
            <a:ext cx="201396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calls, not hardcoded values.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HW1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It,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os module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 — gives you access to getpid(), getppid(), and environ.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PID and PPID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8254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print(os.getpid()) and print(os.getppid()) — two lines, two real syscalls.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over os.environ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6667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os.environ.items(): print(f"{key}={value}")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/proc/self/fd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5079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os.listdir('/proc/self/fd') to see this process's own open file descriptors.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0383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it in a main guard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349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 — good practice for any standalone script.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HW1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Hardcoding values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 your own PID instead of calling os.getpid().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the purpose — it must work for any run, any process.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9471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074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046" y="21396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074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errors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074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descriptor can disappear between listing and reading 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5074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074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/proc reads in try/except to handle that race gracefully.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4078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681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213969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681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Confusing os and sys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9681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sys.argv and os.environ do very different things.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9681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9681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talks to the kernel; sys is about the Python interpreter itself.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86850" y="1737360"/>
            <a:ext cx="2526030" cy="35204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4288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21396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42882" y="26517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/proc path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342882" y="3017520"/>
            <a:ext cx="201396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hardcoded PID instead of self.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342882" y="4416552"/>
            <a:ext cx="2013966" cy="0"/>
          </a:xfrm>
          <a:prstGeom prst="line">
            <a:avLst/>
          </a:prstGeom>
          <a:noFill/>
          <a:ln w="12700">
            <a:solidFill>
              <a:srgbClr val="E1E1D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342882" y="4507992"/>
            <a:ext cx="20139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</a:t>
            </a:r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/proc/self/fd always refers to the running script — no PID lookup needed.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HW1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Reminder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4560" y="1737360"/>
            <a:ext cx="7772400" cy="4206240"/>
          </a:xfrm>
          <a:prstGeom prst="roundRect">
            <a:avLst>
              <a:gd name="adj" fmla="val 2174"/>
            </a:avLst>
          </a:prstGeom>
          <a:solidFill>
            <a:srgbClr val="1B24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2057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Forget to Submit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606040" y="2697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your homework with this exact subject line format: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06040" y="3154680"/>
            <a:ext cx="7040880" cy="594360"/>
          </a:xfrm>
          <a:prstGeom prst="roundRect">
            <a:avLst>
              <a:gd name="adj" fmla="val 9231"/>
            </a:avLst>
          </a:prstGeom>
          <a:solidFill>
            <a:srgbClr val="273347"/>
          </a:solidFill>
          <a:ln/>
        </p:spPr>
      </p:sp>
      <p:sp>
        <p:nvSpPr>
          <p:cNvPr id="9" name="Text 6"/>
          <p:cNvSpPr/>
          <p:nvPr/>
        </p:nvSpPr>
        <p:spPr>
          <a:xfrm>
            <a:off x="2606040" y="315468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LastName_FirstName_HomeworkNumber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06040" y="39319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(HW1):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4279392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273347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427939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Thantsin_Swann_1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606040" y="49834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to: Swann.Thantsin@brooklyn.cuny.edu — late homework is penalized, and won't be accepted past a certain point.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2 hypervisor (VirtualBox) runs Debian as an isolated, reproducible, disposable VM on your laptop.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history through a working directory → staging → local repo → remote repo workflow.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often with clear messages, and push regularly so your work is backed up and submitted.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module is Python's gateway to real system calls — the boundary from Lecture 1, made concrete.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exposes live kernel data as files; strace shows you the syscalls a program makes in real time.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 ties it together: a script that inspects its own PID, environment, and open file descriptors.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508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Up: Processes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 is due — next lecture, we dig into process creation with fork, exec, and wait.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Swann.Thantsin@brooklyn.cuny.edu  •  Office Hours: Thursday 5:30–6:30 PM, 2109 Ingersoll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2026-09-03T19:13:28Z</dcterms:created>
  <dcterms:modified xsi:type="dcterms:W3CDTF">2026-09-03T19:13:28Z</dcterms:modified>
</cp:coreProperties>
</file>