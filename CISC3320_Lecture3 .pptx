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3: Processes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programs become processes, and how a shell creates and controls them.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280160" cy="36576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 Thantsin  •  Fall 2026  •  Thursdays, 6:30–9:10 PM, Ingersoll 1141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LECTURE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+ Debian give you a real, isolated, reproducible Linux environment.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history through working directory → staging → local repo → remote repo.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module is Python's gateway to real system calls — you used it in HW1 to inspect a process.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inspected one process from the inside. Today, we create processes ourselves — the concepts your HW2 shell will be built on next lecture.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— Lecture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process actually is, and how it differs from a program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Control Block: what the kernel tracks per process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states, and the process tree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fork(): cloning a running process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exec(): replacing a process's program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+ exec pattern every shell uses to launch programs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wait(), zombies, and orphans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vs. background jobs, and signals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groups, and observing process state with ps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study: tracing one command through fork, exec, wait, and the scheduler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Abstraction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process is, what the kernel tracks, and how processes relate.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PROCESS 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Process?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passive file sitting on disk — instructions and data, not doing anything by itself.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python3.exe or your shell.py file, before you run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B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1579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108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in motion — loaded into memory, with its own PID, CPU state, and resources, actively executing.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4251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Run python3 shell.py twice — one program, two independent processes.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PROCESS 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Control Block (PCB)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process, the kernel keeps a data structure tracking everything it needs to manage and later resume it: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968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PPID, and the owning user — who this process is.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5968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9432" y="3474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ready, running, waiting, or terminated — covered next.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5968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Context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474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values and program counter, saved so execution can resume exactly where it left off.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480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736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8828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5394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Info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5760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this process's code, data, and stack segments.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480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736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8828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5394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Files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99432" y="5760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of open file descriptors — what HW1 explored via /proc/self/fd.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38160" y="44805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736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88289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5394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Info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94192" y="5760720"/>
            <a:ext cx="2962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scheduling data — what a future lecture's scheduler will use.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PROCESS 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States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0802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395728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8251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being created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950" y="2944368"/>
            <a:ext cx="201168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12694" y="2194560"/>
            <a:ext cx="200802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22422" y="2395728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04134" y="3017520"/>
            <a:ext cx="18251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 for CPU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2944368"/>
            <a:ext cx="201168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76749" y="2194560"/>
            <a:ext cx="2008022" cy="1737360"/>
          </a:xfrm>
          <a:prstGeom prst="roundRect">
            <a:avLst>
              <a:gd name="adj" fmla="val 5263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86477" y="2395728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168189" y="3017520"/>
            <a:ext cx="18251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CPU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2944368"/>
            <a:ext cx="201168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40803" y="2194560"/>
            <a:ext cx="200802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450531" y="2395728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432243" y="3017520"/>
            <a:ext cx="18251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on I/O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114" y="2944368"/>
            <a:ext cx="201168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04858" y="2194560"/>
            <a:ext cx="200802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714586" y="2395728"/>
            <a:ext cx="17885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Terminated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696298" y="3017520"/>
            <a:ext cx="18251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finished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cycles between Ready and Running as the scheduler gives it turns, and drops into Waiting whenever it blocks on I/O — exactly the scenario multiprogramming was built to handle.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PROCESS 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(except the very first) has a parent — tracing PPIDs back far enough always leads to PID 1, the init process from Lecture 2's boot sequence.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21328" y="23774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1328" y="2377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(PID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95648" y="32918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5648" y="3291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(PID 240)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69968" y="42062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9968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shell.py (PID 512)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98368" y="51206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8368" y="5120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(PID 618)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90208" y="51206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0208" y="5120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(PID 619)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was created by a fork() call from the level above — the mechanism we cover next.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Processes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exec(), and wait() — the mechanism behind every shell command.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fork(): Cloning a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a near-exact copy of the calling process. After the call, two processes exist, both continuing from the same line of code: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7340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process. fork() returns the child's new PID (a positive number).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5877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7340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9432" y="36118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almost-identical copy — same code, same variables. fork() returns 0 to the child.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5877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7340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Error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6118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returns -1, and no child is created — usually because the system is out of resources.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 in Python, Concretely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= os.fork()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pid == 0: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This branch runs in the CHILD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print(f"Child running, PID={os.getpid()}")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pid &gt; 0: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This branch runs in the PARENT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print(f"Parent sees child PID={pid}")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print("fork() failed")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exec(): Replacing a Process's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fork() clones a process, exec() replaces its program entirely — same PID, same open files, but completely new code and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06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 alone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 now run the exact same code — useful, but limited if you want to run a different program entirely.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stays the same throughout — exec() doesn't create a new process, it transforms the existing 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B24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06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606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exec() after fork()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31546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process loads a brand-new program in place of itself — this is how a shell launches ls, cat, or python3.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37960" y="4617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os.execvp('ls', ['ls', '-la']) — this process becomes ls, permanently.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Fork + Exec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Running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 at prompt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964" y="2944368"/>
            <a:ext cx="201168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78708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88436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0148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os.fork()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944368"/>
            <a:ext cx="201168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18504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execs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00216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os.execvp('ls', ...)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944368"/>
            <a:ext cx="201168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38844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148572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waits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30284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os.waitpid(pid, 0)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every shell — including the one you're building for HW2 — runs a command: fork a child, have the child exec() the requested program, and have the parent shell wait for it to finish.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wait() &amp; Reaping Children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child process finishes, it doesn't disappear immediately — its exit status waits for the parent to collect it: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968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os.wait()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parent until any child exits, then returns its PID and exit status.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5968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os.waitpid(pid, 0)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9432" y="347472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one specific child — what you'll use most often in HW2's job control.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5968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1089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47472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wait() call, a finished child's entry lingers in the process table — a zombie.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CREATING 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Zombies &amp; Orphans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Zombie Process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that has finished executing, but whose parent hasn't called wait() yet. It still holds a slot in the process table — dead, but not yet cleaned up.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4023360"/>
            <a:ext cx="4800600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605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job in HW2 finishes, but your shell never called waitpid() on it — it shows up as &lt;defunct&gt; in 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B24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116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Orphan Process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still-running child whose parent terminated first. The kernel automatically reparents it to init (PID 1), which will reap it when it eventually exits.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37960" y="4023360"/>
            <a:ext cx="4800600" cy="0"/>
          </a:xfrm>
          <a:prstGeom prst="line">
            <a:avLst/>
          </a:prstGeom>
          <a:noFill/>
          <a:ln w="12700">
            <a:solidFill>
              <a:srgbClr val="27334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41605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150" i="1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close your shell while a background job is still running — that job is now an orphan, adopted by init.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&amp; Job Control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vs. background, signals, and process groups.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Foreground vs. Background Jobs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721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4860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Foreground Job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waits for it to finish before showing a new prompt — it "owns" the terminal.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187952"/>
            <a:ext cx="486003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279392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slow_script.py — you wait, watching output, until it's done.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40780" y="1920240"/>
            <a:ext cx="53721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681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3225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6812" y="2834640"/>
            <a:ext cx="4860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Job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96812" y="3200400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with &amp;, the shell immediately returns to the prompt while the job keeps running.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96812" y="4187952"/>
            <a:ext cx="486003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6812" y="4279392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slow_script.py &amp; — you get your prompt back right away.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HW2's shell must track both kinds — which is exactly what jobs, fg, and bg let a user inspect and control.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Signals: Interrupting a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software interrupts from Lecture 1 — signals are the OS's way of delivering one to a specific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054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Ctrl+C. Politely asks a process to stop — it can be caught and handled.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471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074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5054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074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SIGTERM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074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polite termination request — the default signal sent by the kill command.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4078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681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5054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681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SIGKILL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681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un-catchable termination — the kernel kills the process outright. kill -9.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685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288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5054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288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SIGCHLD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288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parent automatically when a child changes state — useful for reaping zombies promptly.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&amp; Handling Signals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signal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Sending a signal, e.g. from your shell's `kill` builtin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os.kill(pid, signal.SIGTERM)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Handling a signal your own process receives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handle_sigchld(signum, frame):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os.waitpid(-1, os.WNOHANG)  # reap without blocking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signal.signal(signal.SIGCHLD, handle_sigchld)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Groups, Briefly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like ls | grep py starts multiple processes at once. The shell puts them in one process group so signals — like Ctrl+C — reach all of them together, not just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2834640"/>
            <a:ext cx="7772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31089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31089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Group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4600" y="37033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| grep py  →  one process group, two processes (ls and grep), both reachable by a single Ctrl+C.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45720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your HW2 shell will need once it grows to handle pipelines cleanly.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ps: Observing Process States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 command reads the same kernel data /proc exposes — it's how you'll watch your HW2 shell's jobs from another terminal.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-o pid,ppid,stat,cmd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PID  PPID STAT CMD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512   240 S    python3 shell.py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701   512 R    python3 -c 'while True: pass' &amp;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709   512 Z    [worker] &lt;defunct&gt;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 column maps straight to Lecture 3's process states: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= Running/Ready   S = Waiting (sleeping)   Z = Zombie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PROCESS &amp; JOB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Tracing a Command Through the 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ls at your HW2 shell's prompt touches nearly everything from today's lecture: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forks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4871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os.fork() creates a child — the kernel builds a new PCB, copying the shell's.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execs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3284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child calls os.execvp('ls', [...]) — same PID, entirely new program.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 runs it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16966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ls process cycles through Ready and Running until it finishes.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18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0001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 exits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34440" y="50109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 state becomes Terminated — but it lingers as a zombie until reaped.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5955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559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5412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waits and reaps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5852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parent's os.waitpid() call collects the exit status, freeing the PCB.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in motion — tracked by the kernel via its Process Control Block.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move through New, Ready, Running, Waiting, and Terminated states.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clones a process; exec() replaces a process's program — together, they launch every command a shell runs.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wait()/waitpid() reap finished children; skipping this creates zombies.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(SIGINT, SIGTERM, SIGKILL, SIGCHLD) let one process interrupt another — the mechanism behind Ctrl+C and kill.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reads the same kernel data as /proc, letting you observe a process's state from outside it.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lecture, we put all of this to work by building HW2: a job-control shell.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508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Building HW2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lecture, we build a job-control shell together, step by step, using fork/exec/wait/signals.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Swann.Thantsin@brooklyn.cuny.edu  •  Office Hours: Thursday 5:30–6:30 PM, 2109 Ingersoll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2026-09-09T18:57:54Z</dcterms:created>
  <dcterms:modified xsi:type="dcterms:W3CDTF">2026-09-09T18:57:54Z</dcterms:modified>
</cp:coreProperties>
</file>